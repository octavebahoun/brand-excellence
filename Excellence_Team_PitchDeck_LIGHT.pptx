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F7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01A"/>
                </a:solidFill>
                <a:latin typeface="Consolas"/>
              </a:defRPr>
            </a:pPr>
            <a:r>
              <a:t>EXCELLENCE TEAM</a:t>
            </a:r>
          </a:p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[ NOM DU PROJET ]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Sous-titre : Présentation stratégique et pitch deck opérationnel.</a:t>
            </a:r>
          </a:p>
          <a:p>
            <a:br/>
            <a:br/>
            <a:pPr>
              <a:defRPr sz="1200">
                <a:solidFill>
                  <a:srgbClr val="64748B"/>
                </a:solidFill>
                <a:latin typeface="Consolas"/>
              </a:defRPr>
            </a:pPr>
            <a:r>
              <a:t>Présenté par : [Nom / Équipe]</a:t>
            </a:r>
            <a:br/>
            <a:r>
              <a:t>Date : [DD/MM/YYYY]</a:t>
            </a:r>
            <a:br/>
            <a:r>
              <a:t>Version :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114800" cy="4114800"/>
          </a:xfrm>
          <a:prstGeom prst="rect">
            <a:avLst/>
          </a:prstGeom>
          <a:solidFill>
            <a:srgbClr val="E2E8F0"/>
          </a:solidFill>
          <a:ln w="19050"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🖼️ [ PLACEHOLDER IMAGE ]</a:t>
            </a:r>
            <a:br/>
            <a:r>
              <a:t>HERO VISUAL / BRAND COVER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Description visuelle :</a:t>
            </a:r>
            <a:br/>
            <a:r>
              <a:t>Insérer l'image principale de marque, le logo 3D Brutaliste ou le mockup héro du projet.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01 // LE DÉFI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433A"/>
                </a:solidFill>
                <a:latin typeface="Arial"/>
              </a:defRPr>
            </a:pPr>
            <a:r>
              <a:t>Le Constat &amp; L'Opportunité du Marché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701A"/>
                </a:solidFill>
              </a:defRPr>
            </a:pPr>
            <a:r>
              <a:t>⚠️ LE PROBLÈME IDENTIFIÉ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1. Absence de solutions agiles adaptées au marché local.</a:t>
            </a:r>
            <a:br/>
            <a:r>
              <a:t>2. Manque de passerelles concrètes entre jeunes talents et projets tech à fort impact.</a:t>
            </a:r>
            <a:br/>
            <a:r>
              <a:t>3. Friction d'exécution et lenteur de déploiement des outils existants.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E2E8F0"/>
          </a:solidFill>
          <a:ln w="19050"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🖼️ [ PLACEHOLDER IMAGE ]</a:t>
            </a:r>
            <a:br/>
            <a:r>
              <a:t>VISUEL DU PROBLÈME / STATISTIQUES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Description visuelle :</a:t>
            </a:r>
            <a:br/>
            <a:r>
              <a:t>Graphique statistique, cartographie du marché ou illustration de la problématique.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02 //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433A"/>
                </a:solidFill>
                <a:latin typeface="Arial"/>
              </a:defRPr>
            </a:pPr>
            <a:r>
              <a:t>Notre Solution : Innovation &amp; Valeur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A433A"/>
                </a:solidFill>
              </a:defRPr>
            </a:pPr>
            <a:r>
              <a:t>UNE APPROCHE RAW, TACTIQUE &amp; PRECISENESS</a:t>
            </a:r>
          </a:p>
          <a:p>
            <a:br/>
            <a:pPr>
              <a:defRPr sz="1300">
                <a:solidFill>
                  <a:srgbClr val="1E293B"/>
                </a:solidFill>
              </a:defRPr>
            </a:pPr>
            <a:r>
              <a:t>Notre plateforme apporte une réponse directe et scalable :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🚀 Déploiement ultra-rapide et ergonomie pensée pour l'utilisateur.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🔒 Sécurité renforcée et souveraineté des données.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🤝 Conçu par une équipe jeune, dynamique et orientée résultat.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E2E8F0"/>
          </a:solidFill>
          <a:ln w="19050"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🖼️ [ PLACEHOLDER IMAGE ]</a:t>
            </a:r>
            <a:br/>
            <a:r>
              <a:t>MOCKUP PRODUIT / DEMO UI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Description visuelle :</a:t>
            </a:r>
            <a:br/>
            <a:r>
              <a:t>Capture d'écran du Dashboard SaaS, de l'application mobile ou prototype fonctionnel.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03 // TECH &amp;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433A"/>
                </a:solidFill>
                <a:latin typeface="Arial"/>
              </a:defRPr>
            </a:pPr>
            <a:r>
              <a:t>Architecture Technique &amp; Stack Technologique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CORE &amp; DATA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Briques Open Source</a:t>
            </a:r>
            <a:br/>
            <a:r>
              <a:t>• Base de données scalable</a:t>
            </a:r>
            <a:br/>
            <a:r>
              <a:t>• API REST &amp; GraphQL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CLOUD &amp; SÉCURITÉ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Hébergement hybride</a:t>
            </a:r>
            <a:br/>
            <a:r>
              <a:t>• Chiffrement de bout en bout</a:t>
            </a:r>
            <a:br/>
            <a:r>
              <a:t>• Monitoring temps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INTELLIGENCE / IA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Modèles IA optimisés</a:t>
            </a:r>
            <a:br/>
            <a:r>
              <a:t>• Automatisation des flux</a:t>
            </a:r>
            <a:br/>
            <a:r>
              <a:t>• Analyses prédictives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10698480" cy="2286000"/>
          </a:xfrm>
          <a:prstGeom prst="rect">
            <a:avLst/>
          </a:prstGeom>
          <a:solidFill>
            <a:srgbClr val="E2E8F0"/>
          </a:solidFill>
          <a:ln w="19050"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🖼️ [ PLACEHOLDER IMAGE ]</a:t>
            </a:r>
            <a:br/>
            <a:r>
              <a:t>BLUEPRINT ARCHITECTURE SYSTÈME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Description visuelle :</a:t>
            </a:r>
            <a:br/>
            <a:r>
              <a:t>Schéma d'architecture technique (Infrastructure Cloud, pipeline Data/IA et protocoles de sécurité).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04 // HUMAIN &amp; SYNERGIE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433A"/>
                </a:solidFill>
                <a:latin typeface="Arial"/>
              </a:defRPr>
            </a:pPr>
            <a:r>
              <a:t>La Team : Jeunesse, Vigueur &amp;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701A"/>
                </a:solidFill>
                <a:latin typeface="Consolas"/>
              </a:defRPr>
            </a:pPr>
            <a:r>
              <a:t>NOS VALEURS FONDATRICES</a:t>
            </a:r>
          </a:p>
          <a:p>
            <a:br/>
            <a:pPr>
              <a:defRPr b="1" sz="1200">
                <a:solidFill>
                  <a:srgbClr val="1A433A"/>
                </a:solidFill>
              </a:defRPr>
            </a:pPr>
            <a:r>
              <a:t>• HUMAN &amp; SOLID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Une équipe unie par le partage, l'entraide et l'amour de la technique.</a:t>
            </a:r>
          </a:p>
          <a:p>
            <a:br/>
            <a:pPr>
              <a:defRPr b="1" sz="1200">
                <a:solidFill>
                  <a:srgbClr val="1A433A"/>
                </a:solidFill>
              </a:defRPr>
            </a:pPr>
            <a:r>
              <a:t>• TACTICAL &amp; RAW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Une capacité d'exécution brute, pragmatique et focalisée sur le terrain.</a:t>
            </a:r>
          </a:p>
          <a:p>
            <a:br/>
            <a:pPr>
              <a:defRPr b="1" sz="1200">
                <a:solidFill>
                  <a:srgbClr val="1A433A"/>
                </a:solidFill>
              </a:defRPr>
            </a:pPr>
            <a:r>
              <a:t>• PREMIUM &amp; AMBITIOUS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Prouver que les étudiants créent une innovation de niveau mondial.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E2E8F0"/>
          </a:solidFill>
          <a:ln w="19050"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🖼️ [ PLACEHOLDER IMAGE ]</a:t>
            </a:r>
            <a:br/>
            <a:r>
              <a:t>PHOTO TEAM / MOODBOARD COLLABORATIF</a:t>
            </a:r>
          </a:p>
          <a:p>
            <a:br/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Description visuelle :</a:t>
            </a:r>
            <a:br/>
            <a:r>
              <a:t>Photo de l'équipe, moments de hackathon ou visuel illustrant l'énergie et la synergie de groupe.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701A"/>
                </a:solidFill>
                <a:latin typeface="Consolas"/>
              </a:defRPr>
            </a:pPr>
            <a:r>
              <a:t>TEAM  •  TECH  •  INNOVATION</a:t>
            </a:r>
          </a:p>
          <a:p>
            <a:br/>
            <a:pPr>
              <a:defRPr b="1" sz="3200">
                <a:solidFill>
                  <a:srgbClr val="1E293B"/>
                </a:solidFill>
              </a:defRPr>
            </a:pPr>
            <a:r>
              <a:t>Bâtissons l'Avenir Ensemble.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Montrer une équipe ancrée dans la tech, dont le but ultime est d'innover.</a:t>
            </a:r>
          </a:p>
          <a:p>
            <a:br/>
            <a:br/>
            <a:pPr>
              <a:defRPr sz="1200">
                <a:solidFill>
                  <a:srgbClr val="1A433A"/>
                </a:solidFill>
                <a:latin typeface="Consolas"/>
              </a:defRPr>
            </a:pPr>
            <a:r>
              <a:t>📍 Contact : contact@excellenceteam.com  |  🌐 Website : www.excellenceteam.com  |  💻 GitHub : @ExcellenceTeam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