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37160" cy="4114800"/>
          </a:xfrm>
          <a:prstGeom prst="rect">
            <a:avLst/>
          </a:prstGeom>
          <a:solidFill>
            <a:srgbClr val="FF7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5943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701A"/>
                </a:solidFill>
                <a:latin typeface="Consolas"/>
              </a:defRPr>
            </a:pPr>
            <a:r>
              <a:t>EXCELLENCE TEAM</a:t>
            </a:r>
          </a:p>
          <a:p>
            <a:pPr>
              <a:defRPr sz="3600" b="1">
                <a:solidFill>
                  <a:srgbClr val="F8FAFC"/>
                </a:solidFill>
                <a:latin typeface="Arial"/>
              </a:defRPr>
            </a:pPr>
            <a:r>
              <a:t>[ NOM DU PROJET ]</a:t>
            </a:r>
          </a:p>
          <a:p>
            <a:pPr>
              <a:defRPr sz="1600">
                <a:solidFill>
                  <a:srgbClr val="94A3B8"/>
                </a:solidFill>
                <a:latin typeface="Arial"/>
              </a:defRPr>
            </a:pPr>
            <a:r>
              <a:t>Sous-titre : Présentation stratégique et pitch deck opérationnel.</a:t>
            </a:r>
          </a:p>
          <a:p>
            <a:br/>
            <a:br/>
            <a:pPr>
              <a:defRPr sz="1200">
                <a:solidFill>
                  <a:srgbClr val="94A3B8"/>
                </a:solidFill>
                <a:latin typeface="Consolas"/>
              </a:defRPr>
            </a:pPr>
            <a:r>
              <a:t>Présenté par : [Nom / Équipe]</a:t>
            </a:r>
            <a:br/>
            <a:r>
              <a:t>Date : [DD/MM/YYYY]</a:t>
            </a:r>
            <a:br/>
            <a:r>
              <a:t>Version : 1.0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0" y="1371600"/>
            <a:ext cx="4114800" cy="4114800"/>
          </a:xfrm>
          <a:prstGeom prst="rect">
            <a:avLst/>
          </a:prstGeom>
          <a:solidFill>
            <a:srgbClr val="1E293B"/>
          </a:solidFill>
          <a:ln w="19050">
            <a:solidFill>
              <a:srgbClr val="FF7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FF701A"/>
                </a:solidFill>
                <a:latin typeface="Consolas"/>
              </a:defRPr>
            </a:pPr>
            <a:r>
              <a:t>🖼️ [ PLACEHOLDER IMAGE ]</a:t>
            </a:r>
            <a:br/>
            <a:r>
              <a:t>HERO VISUAL / BRAND COVER</a:t>
            </a:r>
          </a:p>
          <a:p>
            <a:br/>
            <a:pPr algn="ctr">
              <a:defRPr sz="1000">
                <a:solidFill>
                  <a:srgbClr val="94A3B8"/>
                </a:solidFill>
                <a:latin typeface="Arial"/>
              </a:defRPr>
            </a:pPr>
            <a:r>
              <a:t>Description visuelle :</a:t>
            </a:r>
            <a:br/>
            <a:r>
              <a:t>Insérer l'image principale de marque, le logo 3D Brutaliste ou le mockup héro du projet.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Consolas"/>
              </a:defRPr>
            </a:pPr>
            <a:r>
              <a:t>EXCELLENCE TEAM — PITCH DECK TEMPLATE  |  CONFIDENTIEL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701A"/>
                </a:solidFill>
                <a:latin typeface="Consolas"/>
              </a:defRPr>
            </a:pPr>
            <a:r>
              <a:t>01 // LE DÉFI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Le Constat &amp; L'Opportunité du Marché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02920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FF701A"/>
                </a:solidFill>
              </a:defRPr>
            </a:pPr>
            <a:r>
              <a:t>⚠️ LE PROBLÈME IDENTIFIÉ</a:t>
            </a:r>
          </a:p>
          <a:p>
            <a:br/>
            <a:pPr>
              <a:defRPr sz="1300">
                <a:solidFill>
                  <a:srgbClr val="F8FAFC"/>
                </a:solidFill>
              </a:defRPr>
            </a:pPr>
            <a:r>
              <a:t>1. Absence de solutions agiles adaptées au marché local.</a:t>
            </a:r>
            <a:br/>
            <a:r>
              <a:t>2. Manque de passerelles concrètes entre jeunes talents et projets tech à fort impact.</a:t>
            </a:r>
            <a:br/>
            <a:r>
              <a:t>3. Friction d'exécution et lenteur de déploiement des outils existants.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0" y="1463040"/>
            <a:ext cx="5303520" cy="4389120"/>
          </a:xfrm>
          <a:prstGeom prst="rect">
            <a:avLst/>
          </a:prstGeom>
          <a:solidFill>
            <a:srgbClr val="1E293B"/>
          </a:solidFill>
          <a:ln w="19050">
            <a:solidFill>
              <a:srgbClr val="FF7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FF701A"/>
                </a:solidFill>
                <a:latin typeface="Consolas"/>
              </a:defRPr>
            </a:pPr>
            <a:r>
              <a:t>🖼️ [ PLACEHOLDER IMAGE ]</a:t>
            </a:r>
            <a:br/>
            <a:r>
              <a:t>VISUEL DU PROBLÈME / STATISTIQUES</a:t>
            </a:r>
          </a:p>
          <a:p>
            <a:br/>
            <a:pPr algn="ctr">
              <a:defRPr sz="1000">
                <a:solidFill>
                  <a:srgbClr val="94A3B8"/>
                </a:solidFill>
                <a:latin typeface="Arial"/>
              </a:defRPr>
            </a:pPr>
            <a:r>
              <a:t>Description visuelle :</a:t>
            </a:r>
            <a:br/>
            <a:r>
              <a:t>Graphique statistique, cartographie du marché ou illustration de la problématique.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Consolas"/>
              </a:defRPr>
            </a:pPr>
            <a:r>
              <a:t>EXCELLENCE TEAM — PITCH DECK TEMPLATE  |  CONFIDENTIEL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701A"/>
                </a:solidFill>
                <a:latin typeface="Consolas"/>
              </a:defRPr>
            </a:pPr>
            <a:r>
              <a:t>02 // LA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Notre Solution : Innovation &amp; Valeur Produit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FF701A"/>
                </a:solidFill>
              </a:defRPr>
            </a:pPr>
            <a:r>
              <a:t>UNE APPROCHE RAW, TACTIQUE &amp; PRECISENESS</a:t>
            </a:r>
          </a:p>
          <a:p>
            <a:br/>
            <a:pPr>
              <a:defRPr sz="1300">
                <a:solidFill>
                  <a:srgbClr val="F8FAFC"/>
                </a:solidFill>
              </a:defRPr>
            </a:pPr>
            <a:r>
              <a:t>Notre plateforme apporte une réponse directe et scalable :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🚀 Déploiement ultra-rapide et ergonomie pensée pour l'utilisateur.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🔒 Sécurité renforcée et souveraineté des données.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🤝 Conçu par une équipe jeune, dynamique et orientée résultat.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0" y="1463040"/>
            <a:ext cx="5303520" cy="4389120"/>
          </a:xfrm>
          <a:prstGeom prst="rect">
            <a:avLst/>
          </a:prstGeom>
          <a:solidFill>
            <a:srgbClr val="1E293B"/>
          </a:solidFill>
          <a:ln w="19050">
            <a:solidFill>
              <a:srgbClr val="FF7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FF701A"/>
                </a:solidFill>
                <a:latin typeface="Consolas"/>
              </a:defRPr>
            </a:pPr>
            <a:r>
              <a:t>🖼️ [ PLACEHOLDER IMAGE ]</a:t>
            </a:r>
            <a:br/>
            <a:r>
              <a:t>MOCKUP PRODUIT / DEMO UI</a:t>
            </a:r>
          </a:p>
          <a:p>
            <a:br/>
            <a:pPr algn="ctr">
              <a:defRPr sz="1000">
                <a:solidFill>
                  <a:srgbClr val="94A3B8"/>
                </a:solidFill>
                <a:latin typeface="Arial"/>
              </a:defRPr>
            </a:pPr>
            <a:r>
              <a:t>Description visuelle :</a:t>
            </a:r>
            <a:br/>
            <a:r>
              <a:t>Capture d'écran du Dashboard SaaS, de l'application mobile ou prototype fonctionnel.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Consolas"/>
              </a:defRPr>
            </a:pPr>
            <a:r>
              <a:t>EXCELLENCE TEAM — PITCH DECK TEMPLATE  |  CONFIDENTIEL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701A"/>
                </a:solidFill>
                <a:latin typeface="Consolas"/>
              </a:defRPr>
            </a:pPr>
            <a:r>
              <a:t>03 // TECH &amp; BLUEPRINT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Architecture Technique &amp; Stack Technologique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9184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1A4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1A433A"/>
                </a:solidFill>
                <a:latin typeface="Consolas"/>
              </a:defRPr>
            </a:pPr>
            <a:r>
              <a:t>CORE &amp; DATA</a:t>
            </a:r>
          </a:p>
          <a:p>
            <a:br/>
            <a:pPr>
              <a:defRPr sz="1100">
                <a:solidFill>
                  <a:srgbClr val="F8FAFC"/>
                </a:solidFill>
              </a:defRPr>
            </a:pPr>
            <a:r>
              <a:t>• Briques Open Source</a:t>
            </a:r>
            <a:br/>
            <a:r>
              <a:t>• Base de données scalable</a:t>
            </a:r>
            <a:br/>
            <a:r>
              <a:t>• API REST &amp; GraphQL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29184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FF7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FF701A"/>
                </a:solidFill>
                <a:latin typeface="Consolas"/>
              </a:defRPr>
            </a:pPr>
            <a:r>
              <a:t>CLOUD &amp; SÉCURITÉ</a:t>
            </a:r>
          </a:p>
          <a:p>
            <a:br/>
            <a:pPr>
              <a:defRPr sz="1100">
                <a:solidFill>
                  <a:srgbClr val="F8FAFC"/>
                </a:solidFill>
              </a:defRPr>
            </a:pPr>
            <a:r>
              <a:t>• Hébergement hybride</a:t>
            </a:r>
            <a:br/>
            <a:r>
              <a:t>• Chiffrement de bout en bout</a:t>
            </a:r>
            <a:br/>
            <a:r>
              <a:t>• Monitoring temps réel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463040"/>
            <a:ext cx="329184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1A4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1A433A"/>
                </a:solidFill>
                <a:latin typeface="Consolas"/>
              </a:defRPr>
            </a:pPr>
            <a:r>
              <a:t>INTELLIGENCE / IA</a:t>
            </a:r>
          </a:p>
          <a:p>
            <a:br/>
            <a:pPr>
              <a:defRPr sz="1100">
                <a:solidFill>
                  <a:srgbClr val="F8FAFC"/>
                </a:solidFill>
              </a:defRPr>
            </a:pPr>
            <a:r>
              <a:t>• Modèles IA optimisés</a:t>
            </a:r>
            <a:br/>
            <a:r>
              <a:t>• Automatisation des flux</a:t>
            </a:r>
            <a:br/>
            <a:r>
              <a:t>• Analyses prédictives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749039"/>
            <a:ext cx="10698480" cy="2286000"/>
          </a:xfrm>
          <a:prstGeom prst="rect">
            <a:avLst/>
          </a:prstGeom>
          <a:solidFill>
            <a:srgbClr val="1E293B"/>
          </a:solidFill>
          <a:ln w="19050">
            <a:solidFill>
              <a:srgbClr val="FF7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FF701A"/>
                </a:solidFill>
                <a:latin typeface="Consolas"/>
              </a:defRPr>
            </a:pPr>
            <a:r>
              <a:t>🖼️ [ PLACEHOLDER IMAGE ]</a:t>
            </a:r>
            <a:br/>
            <a:r>
              <a:t>BLUEPRINT ARCHITECTURE SYSTÈME</a:t>
            </a:r>
          </a:p>
          <a:p>
            <a:br/>
            <a:pPr algn="ctr">
              <a:defRPr sz="1000">
                <a:solidFill>
                  <a:srgbClr val="94A3B8"/>
                </a:solidFill>
                <a:latin typeface="Arial"/>
              </a:defRPr>
            </a:pPr>
            <a:r>
              <a:t>Description visuelle :</a:t>
            </a:r>
            <a:br/>
            <a:r>
              <a:t>Schéma d'architecture technique (Infrastructure Cloud, pipeline Data/IA et protocoles de sécurité).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Consolas"/>
              </a:defRPr>
            </a:pPr>
            <a:r>
              <a:t>EXCELLENCE TEAM — PITCH DECK TEMPLATE  |  CONFIDENTIEL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701A"/>
                </a:solidFill>
                <a:latin typeface="Consolas"/>
              </a:defRPr>
            </a:pPr>
            <a:r>
              <a:t>04 // HUMAIN &amp; SYNERGIE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La Team : Jeunesse, Vigueur &amp; Excellence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FF701A"/>
                </a:solidFill>
                <a:latin typeface="Consolas"/>
              </a:defRPr>
            </a:pPr>
            <a:r>
              <a:t>NOS VALEURS FONDATRICES</a:t>
            </a:r>
          </a:p>
          <a:p>
            <a:br/>
            <a:pPr>
              <a:defRPr b="1" sz="1200">
                <a:solidFill>
                  <a:srgbClr val="FF701A"/>
                </a:solidFill>
              </a:defRPr>
            </a:pPr>
            <a:r>
              <a:t>• HUMAN &amp; SOLID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Une équipe unie par le partage, l'entraide et l'amour de la technique.</a:t>
            </a:r>
          </a:p>
          <a:p>
            <a:br/>
            <a:pPr>
              <a:defRPr b="1" sz="1200">
                <a:solidFill>
                  <a:srgbClr val="FF701A"/>
                </a:solidFill>
              </a:defRPr>
            </a:pPr>
            <a:r>
              <a:t>• TACTICAL &amp; RAW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Une capacité d'exécution brute, pragmatique et focalisée sur le terrain.</a:t>
            </a:r>
          </a:p>
          <a:p>
            <a:br/>
            <a:pPr>
              <a:defRPr b="1" sz="1200">
                <a:solidFill>
                  <a:srgbClr val="FF701A"/>
                </a:solidFill>
              </a:defRPr>
            </a:pPr>
            <a:r>
              <a:t>• PREMIUM &amp; AMBITIOUS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Prouver que les étudiants créent une innovation de niveau mondial.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0" y="1463040"/>
            <a:ext cx="5303520" cy="4389120"/>
          </a:xfrm>
          <a:prstGeom prst="rect">
            <a:avLst/>
          </a:prstGeom>
          <a:solidFill>
            <a:srgbClr val="1E293B"/>
          </a:solidFill>
          <a:ln w="19050">
            <a:solidFill>
              <a:srgbClr val="FF7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FF701A"/>
                </a:solidFill>
                <a:latin typeface="Consolas"/>
              </a:defRPr>
            </a:pPr>
            <a:r>
              <a:t>🖼️ [ PLACEHOLDER IMAGE ]</a:t>
            </a:r>
            <a:br/>
            <a:r>
              <a:t>PHOTO TEAM / MOODBOARD COLLABORATIF</a:t>
            </a:r>
          </a:p>
          <a:p>
            <a:br/>
            <a:pPr algn="ctr">
              <a:defRPr sz="1000">
                <a:solidFill>
                  <a:srgbClr val="94A3B8"/>
                </a:solidFill>
                <a:latin typeface="Arial"/>
              </a:defRPr>
            </a:pPr>
            <a:r>
              <a:t>Description visuelle :</a:t>
            </a:r>
            <a:br/>
            <a:r>
              <a:t>Photo de l'équipe, moments de hackathon ou visuel illustrant l'énergie et la synergie de groupe.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Consolas"/>
              </a:defRPr>
            </a:pPr>
            <a:r>
              <a:t>EXCELLENCE TEAM — PITCH DECK TEMPLATE  |  CONFIDENTIEL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10698480" cy="41148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FF7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FF701A"/>
                </a:solidFill>
                <a:latin typeface="Consolas"/>
              </a:defRPr>
            </a:pPr>
            <a:r>
              <a:t>TEAM  •  TECH  •  INNOVATION</a:t>
            </a:r>
          </a:p>
          <a:p>
            <a:br/>
            <a:pPr>
              <a:defRPr b="1" sz="3200">
                <a:solidFill>
                  <a:srgbClr val="F8FAFC"/>
                </a:solidFill>
              </a:defRPr>
            </a:pPr>
            <a:r>
              <a:t>Bâtissons l'Avenir Ensemble.</a:t>
            </a:r>
          </a:p>
          <a:p>
            <a:br/>
            <a:pPr>
              <a:defRPr sz="1400">
                <a:solidFill>
                  <a:srgbClr val="94A3B8"/>
                </a:solidFill>
              </a:defRPr>
            </a:pPr>
            <a:r>
              <a:t>Montrer une équipe ancrée dans la tech, dont le but ultime est d'innover.</a:t>
            </a:r>
          </a:p>
          <a:p>
            <a:br/>
            <a:br/>
            <a:pPr>
              <a:defRPr sz="1200">
                <a:solidFill>
                  <a:srgbClr val="FF701A"/>
                </a:solidFill>
                <a:latin typeface="Consolas"/>
              </a:defRPr>
            </a:pPr>
            <a:r>
              <a:t>📍 Contact : contact@excellenceteam.com  |  🌐 Website : www.excellenceteam.com  |  💻 GitHub : @ExcellenceTeam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Consolas"/>
              </a:defRPr>
            </a:pPr>
            <a:r>
              <a:t>EXCELLENCE TEAM — PITCH DECK TEMPLATE  |  CONFIDENTIEL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